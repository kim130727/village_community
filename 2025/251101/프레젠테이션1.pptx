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08"/>
      </p:cViewPr>
      <p:guideLst/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A35B2-C775-C3AE-51A2-296362198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583383-F9B1-B459-F174-332AD89B6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823CE-ED5C-ED86-916E-796F5ADB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A572A3-423F-93B7-507F-FF434444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FF76C-38CA-6492-9632-675AB136C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58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B076F-576D-D88A-0032-84D956B1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A10ECA-C2BE-7384-CCBC-B8C0B25C0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5FE090-8697-2EE8-72AF-16153456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6EFAD4-B21F-F624-027A-03A42847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4C24EF-AE45-DD94-974F-92818D19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47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E716D-D628-F54E-50EA-F01A4B55D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A4B4BE-528D-6595-61D0-C8CB7253A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238982-129A-FB50-331F-71FD9910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F852C8-A5FC-CB13-21E5-DDD5FE57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7EB3A0-3A51-4358-5594-1EA5D804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7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07931-B478-307C-3B9B-93BAACF5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4C078-87A3-4F2A-FD9E-374AB702C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AF287B-87D2-8481-3EC3-D1CF10244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A2ECCA-9A36-4101-4CEC-575CF87D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5FDA82-8E3B-04A5-25B4-D1B2E7EC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2F5D02-B4A6-4DC2-BB85-AD8286C8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651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4BD49-91F1-9890-E0DE-CF0FB488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0F4966-3E78-AF16-A34E-2B1F0848A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268350-0F0C-2160-214F-B7A624825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F5108D-D4A0-AFBA-E35E-347BBFC75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9E18E3-49C3-4210-F011-9DF4688C67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F6FB9C-620B-FF22-4AC6-34A162AF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C70187-542E-572B-4983-DF7183EA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83AB6F-983B-748E-9CDB-CC444F2F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61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A0A01-A16C-0261-F17A-0F4064C0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C71BAB-DB8B-1382-ECB4-461C3AA8B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5CF67E-4F0F-193F-1AAD-002AADD3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C1165E-2847-0D5B-012E-44683620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08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FE120D-A79F-FBC0-6CDA-FAC799D7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14905E-DC34-7499-33E5-D3C8A534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208111-7296-53B2-F8B7-07910372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46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FD6A1-37A5-B151-7DAE-4A49F834D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C00E52-3242-985C-65D3-BC08F4C62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D33647-B0B5-5947-4C15-142FC85CF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CCA7B6-E16B-264D-DC80-77311121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9C24A7-7FA5-1CE4-126A-086A5CF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78BD2F-8832-A849-50EA-81309CE3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64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6FF71-58AB-5D32-949D-5C94C59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599150-10D2-EA00-EF7B-A0A97721B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219CC2-1036-DBF9-CC7A-8D09866A1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CAEB07-57C6-140D-842A-441EC3096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D4DF14-32A5-6C5F-88A6-BBE0CF38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B1B84E-10B6-2FE0-7B1E-70C573C7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072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726B2-D7AC-18DF-09A8-848BEE63E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A9A0F6-0CC0-CB59-C626-29BD80EF8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66984-6EB7-5A2D-00A2-2ACCFBDE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237B4-A699-AFF3-C4B1-955FDD9CD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B1DA76-9AD9-AA14-36A7-961CDF2E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310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38EA8C-66BE-2FF5-96EE-F69C721F4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C0943-523F-4BD2-693D-C5939C8A6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30A7D-1708-E822-D739-8002019C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6124AB-B40B-125D-5F4F-9D54C7E6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2A2044-6981-4A95-D1B9-3538FDE4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28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7A0E5C-2341-E76E-ADC9-F0DADEE0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F1DCA7-89AC-40BD-095F-4370193D3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DAACF-8245-25EB-56BF-3B5B0C76C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B5131-6EFC-4C20-9475-A62596324AF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1E006E-FDD8-9762-ECB9-F5323B212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AFC25-718E-117C-39AF-6F1B8F39B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89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A3C3529D-540E-93A5-F970-40335E08877D}"/>
              </a:ext>
            </a:extLst>
          </p:cNvPr>
          <p:cNvGrpSpPr/>
          <p:nvPr/>
        </p:nvGrpSpPr>
        <p:grpSpPr>
          <a:xfrm>
            <a:off x="710570" y="125506"/>
            <a:ext cx="9778135" cy="6606988"/>
            <a:chOff x="710570" y="125506"/>
            <a:chExt cx="9778135" cy="660698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E6F08F5-1D01-B03B-32FB-C1E725E1F2A0}"/>
                </a:ext>
              </a:extLst>
            </p:cNvPr>
            <p:cNvSpPr/>
            <p:nvPr/>
          </p:nvSpPr>
          <p:spPr>
            <a:xfrm>
              <a:off x="710570" y="125506"/>
              <a:ext cx="9778135" cy="66069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298D3A4-D767-7B91-DF67-B2E66EA0E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6586" y="3653117"/>
              <a:ext cx="4686184" cy="291746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9AECF4E-97C9-7B7E-1A2B-252A68606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4728" y="238685"/>
              <a:ext cx="4401672" cy="330125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3397AFF-0C2A-13F7-E59A-D59027AB2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860" y="238685"/>
              <a:ext cx="4401671" cy="3301253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601A00E-42D4-F13B-8598-0598C4271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543"/>
            <a:stretch>
              <a:fillRect/>
            </a:stretch>
          </p:blipFill>
          <p:spPr>
            <a:xfrm>
              <a:off x="1844358" y="3382576"/>
              <a:ext cx="2882412" cy="3130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528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4</cp:revision>
  <dcterms:created xsi:type="dcterms:W3CDTF">2025-06-30T10:04:12Z</dcterms:created>
  <dcterms:modified xsi:type="dcterms:W3CDTF">2025-11-03T07:28:48Z</dcterms:modified>
</cp:coreProperties>
</file>