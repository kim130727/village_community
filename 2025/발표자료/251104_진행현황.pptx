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F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81FCF-9A2A-CF0A-4CB6-051E730B5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B9B96C-1D00-E02E-4C02-82D66A736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676C0C-D020-A59E-E5E9-A6B52746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C787D8-7600-995B-E204-7C2AB1A8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87F07D-1CF1-0121-30E6-82D5C44C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08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7C023-2BF0-14B7-C6A8-09071AA1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987E5B-C0E1-F292-0A07-CCC585374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40382-3BD6-96B4-B154-61E70040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5222C5-5B0B-579F-0475-ADE04FAA9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6246A9-DA50-3519-CA0F-0125A709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11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2A38E-1F29-7484-13FF-E2BAC6B1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B04ABC-8441-988B-4516-AF21565F2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E947FA-443F-347F-E42A-06A817E4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9BFD29-4136-310A-6EBD-BDF597B61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199918-DFAF-B366-0F2B-61412EDF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852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4F29F-0068-B49A-558D-50B965B6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E83C78-E35D-A3B7-DA58-BB81E883C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25DA4F-7011-744A-A5F8-41CD539E6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9D86F6-60AC-38BD-8CAC-837E1991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4221C8-B787-8B6B-A432-98326B59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2609A2-D4AA-EBA4-6435-E4F43413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99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32BD3-2B55-9873-239F-57670FBE2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8199AB-EE32-CFA8-A1FE-AB9F98130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CB7E21-3950-683E-4647-167B4A3A7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2FE47F-EDAD-A48F-4F10-812A99F52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791995-9282-03A5-6994-82B88FFEF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7A6515-B1A1-5289-04AA-770C80EAE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883232-F8F1-E4C2-739E-97B4510D3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CBAF2D-D3A1-DB42-9D11-861E073A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351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BCDBD-F91A-7534-7A9E-E49868B94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3BD646-52F8-C00E-1127-629D6B6F9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1065BC-ED12-A699-5706-1D48E631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5A7E70-D86A-2B82-0BF2-D530F1D0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00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87F37F-4556-76C5-0995-5A59ADC9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B7ADBB-7503-D069-4FC3-6874FA16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D2C08A-0419-C3FC-A5FC-5C2D5304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677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EBB94-60BF-6344-2B15-96B3903E6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D6D123-E313-1F44-E5D7-9D038FAA9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2EFF31-1944-2A0B-6C19-F8856AA1D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C51707-879D-31FC-E6BC-5B89D6B7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54EEBA-45DE-92CB-6316-45DB420BB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98B28F-F0FB-D104-7B9D-E377951A7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145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D7186-7DF6-42BA-B5AE-2EEDFA66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3C998E-7CE0-0B09-F54B-FC2BBFD95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99EA9B-8136-A04B-92AE-353D87C0A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68E4BE-002B-67AB-4A5E-C462FE20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299C5D-89A1-F6C4-8A9E-4C1F26D08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939882-078C-48E2-6D05-2F2DA851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736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E8A39-B27F-7350-788C-D5F42E13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A190FD-51E7-3BD1-FBF2-A54D557D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E4522C-7802-4A44-9CC7-470E13FEC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F9F12-0B46-5015-3564-C3FBE7DF1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FA146-3FF3-1368-A11C-4CCEC758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98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695AB0-F404-5CE4-8AA9-B04A62C92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4E5550-501E-D696-5B9C-E09FC6D06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E04B47-1A70-2190-FEEC-AD6B4B22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B13928-8BF2-C1FA-F36A-8DEF9853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261E97-242E-EA51-2FE7-83466E2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623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6B98A98-0879-0400-3C05-87FD2278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591EF6-75BC-5EE6-37BD-71D24518B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A198E7-5C79-C289-E248-FCA2A1D33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659D2-32DC-4BF4-BC9D-D2F77E9AD1C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ED51F9-31FC-6DB2-ADF2-CB2F53045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76D6F8-D724-A8DE-D3D3-DB1E77099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4773C-E794-4286-8CFF-AE7D200AA1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67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1F3190D-4548-ED20-9F67-D833B27B3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790885"/>
              </p:ext>
            </p:extLst>
          </p:nvPr>
        </p:nvGraphicFramePr>
        <p:xfrm>
          <a:off x="217715" y="458406"/>
          <a:ext cx="11611428" cy="5753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4212">
                  <a:extLst>
                    <a:ext uri="{9D8B030D-6E8A-4147-A177-3AD203B41FA5}">
                      <a16:colId xmlns:a16="http://schemas.microsoft.com/office/drawing/2014/main" val="2378313762"/>
                    </a:ext>
                  </a:extLst>
                </a:gridCol>
                <a:gridCol w="1920771">
                  <a:extLst>
                    <a:ext uri="{9D8B030D-6E8A-4147-A177-3AD203B41FA5}">
                      <a16:colId xmlns:a16="http://schemas.microsoft.com/office/drawing/2014/main" val="1132409161"/>
                    </a:ext>
                  </a:extLst>
                </a:gridCol>
                <a:gridCol w="1712068">
                  <a:extLst>
                    <a:ext uri="{9D8B030D-6E8A-4147-A177-3AD203B41FA5}">
                      <a16:colId xmlns:a16="http://schemas.microsoft.com/office/drawing/2014/main" val="3681311073"/>
                    </a:ext>
                  </a:extLst>
                </a:gridCol>
                <a:gridCol w="2160959">
                  <a:extLst>
                    <a:ext uri="{9D8B030D-6E8A-4147-A177-3AD203B41FA5}">
                      <a16:colId xmlns:a16="http://schemas.microsoft.com/office/drawing/2014/main" val="2247659423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4268026463"/>
                    </a:ext>
                  </a:extLst>
                </a:gridCol>
                <a:gridCol w="2123168">
                  <a:extLst>
                    <a:ext uri="{9D8B030D-6E8A-4147-A177-3AD203B41FA5}">
                      <a16:colId xmlns:a16="http://schemas.microsoft.com/office/drawing/2014/main" val="268416678"/>
                    </a:ext>
                  </a:extLst>
                </a:gridCol>
              </a:tblGrid>
              <a:tr h="48836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풍삶초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풍삶첫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풍삶기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6308806"/>
                  </a:ext>
                </a:extLst>
              </a:tr>
              <a:tr h="4883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진행중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완료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/>
                        <a:t>수료대상자</a:t>
                      </a:r>
                      <a:r>
                        <a:rPr lang="en-US" altLang="ko-KR" b="1" dirty="0"/>
                        <a:t>)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진행중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완료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/>
                        <a:t>수료대상자</a:t>
                      </a:r>
                      <a:r>
                        <a:rPr lang="en-US" altLang="ko-KR" b="1" dirty="0"/>
                        <a:t>)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진행중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완료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/>
                        <a:t>수료대상자</a:t>
                      </a:r>
                      <a:r>
                        <a:rPr lang="en-US" altLang="ko-KR" b="1" dirty="0"/>
                        <a:t>)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541763"/>
                  </a:ext>
                </a:extLst>
              </a:tr>
              <a:tr h="477697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유상환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유진주 이가영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정경섭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이은지 윤재호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고민수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구자련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김신희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김예온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박지혜 윤수영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이창선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전혜수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조성휘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조요셉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최도균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허재경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김현정 박지혜 성규상 </a:t>
                      </a:r>
                      <a:r>
                        <a:rPr lang="ko-KR" altLang="en-US" dirty="0" err="1"/>
                        <a:t>전혜수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조요셉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김선향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김신희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김예온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김지영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김형준 문현주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박수하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박용범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배지나 유병진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이상수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이창선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전정임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최원회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박수하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박용범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유병진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이창선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배나영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전정임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김민아 김민지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김선향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김성구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김지영 박수지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배지나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송다원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유은혜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이상수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최지현</a:t>
                      </a: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966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121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72</Words>
  <Application>Microsoft Office PowerPoint</Application>
  <PresentationFormat>와이드스크린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성환 김</dc:creator>
  <cp:lastModifiedBy>성환 김</cp:lastModifiedBy>
  <cp:revision>16</cp:revision>
  <dcterms:created xsi:type="dcterms:W3CDTF">2024-02-26T14:51:50Z</dcterms:created>
  <dcterms:modified xsi:type="dcterms:W3CDTF">2025-11-04T13:13:34Z</dcterms:modified>
</cp:coreProperties>
</file>