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96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723E6-C463-BE0F-771E-C5436A2B3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394509-1E83-E480-2249-4A1840A84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1985B-4F87-52DF-B955-5252171A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C901A-6F35-13A6-4FDF-A57A9DE0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52848-FEF2-939F-017C-06DB97E14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97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8C57C-5DEC-30A3-E2C8-E43976E9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5CE8E3-E68E-0FDA-0759-7C55FBCA2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89C890-609D-F4FB-3B1F-E45C0E0A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0B7052-3096-2D0D-2F97-3CF7E53C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3F5468-AD97-EAF9-9892-F42D44C9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13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61785-21B5-13FC-5195-315B14341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58BA24-F2C1-A798-DD54-B73D22D62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6142BE-AB36-B2FB-61E3-BFD67DF1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F2C4CB-7242-367A-5686-B8D0968A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D57128-A7EC-3B57-486C-35797227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29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35050-D432-53F0-6F41-FF27D3ED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39C100-8EB0-EE0E-15A7-16461AD05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E8AE1A-3305-5AF3-D0D8-A2AAAFE19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957CBD-4960-D124-C759-A7819D6E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808D51-E57E-C2C3-028B-2DE82E8A1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8B1FEE-F5C2-9E62-5643-F737AA31F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41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01362-1A40-8B99-E1CC-9FF08AF3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CD7D3C-F410-0A1A-D12B-CE92142EA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E865DF-8A31-CB40-A2E4-2E8BDBD55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A4BF7E-6CC9-63CF-C045-7D4B9FFB5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16BE5D-AB4A-6296-0B71-9B0B721DD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B1DF07-78ED-8B95-D2EC-3886B5BC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A599EA-398B-739B-07E9-30B3DEBA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3DFDF8-E764-DCEC-B328-573C06F2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58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3359F-DCBB-BCC6-1CD2-3B933407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C6E160-8C9B-1357-8709-AA6372E9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1EE23E-B307-F88A-7C8A-FCC031BA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703C5-6195-B947-365B-CD638521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75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27DD62-D37B-6CA6-6891-DF2246F1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8FE8BA-BB4B-A8EB-5CBC-7860D250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86651-3CFC-76F4-BE03-081099F7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05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849DB-31CB-A27B-5326-691FEC742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81256-B27E-E0FC-F9F9-1F3077194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ED0D6-A370-74CA-2B28-D6FEDBAAA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4FC381-E0F1-E214-D944-FA8920C3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1F337C-5285-4457-C1FA-93212406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1BEB77-E1FF-E8CC-5B6B-B0971412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44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BF779-0E20-88E0-8CC7-89E1DDAF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383604-AA27-8D8A-805A-D87C37182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80D6F3-60FF-480D-D700-BFD749655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720FC-AD91-96E8-E255-1E6CE218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F40EAB-0BDA-B82F-CE20-5BEEB239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10EA32-DDDB-E048-CAD6-A8E31C6C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26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C8BBA-00E3-44F0-A959-B4B9F149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1C1638-1181-5EC3-BDAA-7FB222151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D4E9E3-7014-5621-30DA-DECA9214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80E1D2-98C2-20C6-971F-A1247E1E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B1543D-41A1-0B3C-D8AF-0A80BC25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96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8F814D-8928-81DF-DE84-515C6838E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5EDDA-5538-2142-71A4-E351331C6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4FC772-4DDC-6B35-A90A-FC87985C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ABC94-9321-702B-5D09-B23998A3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CE6B08-E1C9-DAC1-0E2D-5C414635A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35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5C68D0-B2A0-15FF-67F3-9D235688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8A7108-EE7D-747C-39AC-91036A4F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4CFC04-774D-D324-2F85-BD9DE0F9D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F711A-C9E4-47B9-898C-9D09099C30E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6115C0-7D5F-85CD-880E-EAD9A8BF2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C5238-7A89-6DDF-F586-26A16FCF2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658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5041C8A-1C8F-3AAD-5262-CE0D05B34DF2}"/>
              </a:ext>
            </a:extLst>
          </p:cNvPr>
          <p:cNvSpPr txBox="1"/>
          <p:nvPr/>
        </p:nvSpPr>
        <p:spPr>
          <a:xfrm>
            <a:off x="4484320" y="21026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/>
              <a:t>온쉼공동체</a:t>
            </a:r>
            <a:endParaRPr lang="ko-KR" altLang="en-US" sz="28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DD503B-6A04-96BF-2B33-B790D2EDC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064" y="1403452"/>
            <a:ext cx="10069872" cy="52442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95D8F6-5852-F1DE-3C97-9B1B84E406BF}"/>
              </a:ext>
            </a:extLst>
          </p:cNvPr>
          <p:cNvSpPr txBox="1"/>
          <p:nvPr/>
        </p:nvSpPr>
        <p:spPr>
          <a:xfrm>
            <a:off x="2842055" y="840519"/>
            <a:ext cx="5585254" cy="45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공동주거빌라</a:t>
            </a:r>
            <a:r>
              <a:rPr lang="en-US" altLang="ko-KR" sz="24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</a:t>
            </a:r>
            <a:r>
              <a:rPr lang="ko-KR" altLang="ko-KR" sz="24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대전 유성구 </a:t>
            </a:r>
            <a:r>
              <a:rPr lang="ko-KR" altLang="ko-KR" sz="24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학산로</a:t>
            </a:r>
            <a:r>
              <a:rPr lang="en-US" altLang="ko-KR" sz="24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59)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70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C7978-E9F8-E53E-B392-2369FBE3CA1D}"/>
              </a:ext>
            </a:extLst>
          </p:cNvPr>
          <p:cNvSpPr txBox="1"/>
          <p:nvPr/>
        </p:nvSpPr>
        <p:spPr>
          <a:xfrm>
            <a:off x="4484320" y="21026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/>
              <a:t>온쉼공동체</a:t>
            </a:r>
            <a:endParaRPr lang="ko-KR" altLang="en-US" sz="28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4A9333-71C1-506C-CC41-34CF85CA9F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11" y="1604832"/>
            <a:ext cx="3066172" cy="230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E40E248-1B35-22AB-7450-ED9B500CEF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123" y="1604832"/>
            <a:ext cx="3202880" cy="2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50C89D-46B7-5BD3-78D5-3955EDF07B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11" y="4086745"/>
            <a:ext cx="3066172" cy="2305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837BA7A-56E3-C051-17BE-5B049FA5CC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143" y="4086745"/>
            <a:ext cx="2946842" cy="23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C8FDA0-C191-20E6-72F9-30ED9600AD0E}"/>
              </a:ext>
            </a:extLst>
          </p:cNvPr>
          <p:cNvSpPr txBox="1"/>
          <p:nvPr/>
        </p:nvSpPr>
        <p:spPr>
          <a:xfrm>
            <a:off x="2850292" y="936688"/>
            <a:ext cx="565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24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브런치온쉼</a:t>
            </a:r>
            <a:r>
              <a: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(</a:t>
            </a:r>
            <a:r>
              <a:rPr lang="ko-KR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대전 유성구 </a:t>
            </a:r>
            <a:r>
              <a:rPr lang="ko-KR" altLang="ko-KR" sz="24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학산로</a:t>
            </a:r>
            <a:r>
              <a: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59 1</a:t>
            </a:r>
            <a:r>
              <a:rPr lang="ko-KR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층</a:t>
            </a:r>
            <a:r>
              <a: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AADB4A-81A7-DD91-1676-17C38E601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143" y="1625460"/>
            <a:ext cx="2915433" cy="224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4491ED4-854D-2E05-02EF-DB3B304FE9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84"/>
          <a:stretch/>
        </p:blipFill>
        <p:spPr bwMode="auto">
          <a:xfrm>
            <a:off x="4260123" y="4093611"/>
            <a:ext cx="3202880" cy="229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19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8BBB-FC4E-747A-8DFB-6DA7D8A2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58D153-E649-8DA1-2253-586B68929B2E}"/>
              </a:ext>
            </a:extLst>
          </p:cNvPr>
          <p:cNvSpPr txBox="1"/>
          <p:nvPr/>
        </p:nvSpPr>
        <p:spPr>
          <a:xfrm>
            <a:off x="4484320" y="21026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/>
              <a:t>온쉼공동체</a:t>
            </a:r>
            <a:endParaRPr lang="ko-KR" altLang="en-US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27674-1395-EB9C-A504-B60630EB4604}"/>
              </a:ext>
            </a:extLst>
          </p:cNvPr>
          <p:cNvSpPr txBox="1"/>
          <p:nvPr/>
        </p:nvSpPr>
        <p:spPr>
          <a:xfrm>
            <a:off x="840259" y="936688"/>
            <a:ext cx="9432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베이커리온쉼</a:t>
            </a:r>
            <a:r>
              <a:rPr lang="ko-KR" altLang="en-US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대전광역시 유성구 </a:t>
            </a:r>
            <a:r>
              <a:rPr lang="ko-KR" altLang="en-US" sz="24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학하동</a:t>
            </a:r>
            <a:r>
              <a: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714-3~4(</a:t>
            </a:r>
            <a:r>
              <a:rPr lang="ko-KR" altLang="en-US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대</a:t>
            </a:r>
            <a:r>
              <a: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 1</a:t>
            </a:r>
            <a:r>
              <a:rPr lang="ko-KR" altLang="en-US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층</a:t>
            </a:r>
            <a:r>
              <a: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D385F9-88A9-6044-B551-F490BB4245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9"/>
          <a:stretch/>
        </p:blipFill>
        <p:spPr bwMode="auto">
          <a:xfrm>
            <a:off x="784643" y="1776738"/>
            <a:ext cx="3251897" cy="22096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F9889F-7911-1C3E-FA47-597388ED0E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052" y="1766317"/>
            <a:ext cx="3441466" cy="2209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437FDEC-A352-F9D3-157C-25B0E17014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15" y="4211655"/>
            <a:ext cx="3332128" cy="227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D40103-2886-279C-6C9D-73F8EBDCD7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052" y="4235149"/>
            <a:ext cx="3441465" cy="222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83A1047-8CC6-4F82-7247-CB77392ABE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302" y="1726274"/>
            <a:ext cx="2195282" cy="215745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C10E849-3125-3952-0552-C29FB190C4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302" y="4211655"/>
            <a:ext cx="2487177" cy="222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71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성환 김</dc:creator>
  <cp:lastModifiedBy>성환 김</cp:lastModifiedBy>
  <cp:revision>9</cp:revision>
  <dcterms:created xsi:type="dcterms:W3CDTF">2024-03-10T21:12:48Z</dcterms:created>
  <dcterms:modified xsi:type="dcterms:W3CDTF">2025-03-12T02:26:25Z</dcterms:modified>
</cp:coreProperties>
</file>