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1128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8A414-A169-D302-4853-FFA4502D9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2BD5ED-0E41-1520-7348-711C3C3E2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004FB9-636E-CD18-8D10-347E91506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2A555-757D-99C0-E99B-556A7464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873B6-0DC6-1457-8C7A-434AE869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82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B7D57-82BD-0CC7-EF31-E976EBD9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E6632-90B1-5D81-53A9-3822BE3E0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20D8E-F084-162A-69F9-DDD976780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596406-1584-A367-1392-B4C82E99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20B1A0-BC0F-B8B6-ACA8-29E27A58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6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A5F37-63CB-5074-7AF1-26C5CB4C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605CD0-794A-D743-CC94-2255A5F16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554F7-5770-D9E4-ABD9-D2A4C3FC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1BC95A-772B-0C17-4A4E-9C01B79C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FA1767-DB51-B766-BD02-11246F4C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62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4750E-00D9-46FB-D3D9-170D46189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EB530-7FD5-15E0-5836-1D6C7FCDA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D146FA-4E71-5F9F-1EAC-70B574EFC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97CF46-1F27-D3AC-11FD-8785F389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9EE8AF-7AC0-6D8E-8675-AD64D195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2D4200-8F25-06B0-60A7-E701A4B4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1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82A0C-5DB9-7C4D-A54B-30464448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712503-E3C0-9AFD-7DF0-EBFD1BF9E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77C058-DAAB-2D2F-A9C6-4C0FCE914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33F089-76A4-7C6F-4379-C85B18207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717222D-73B3-C385-9660-D74DE5861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5E6AE6-543C-D8D2-5A70-971CF87F3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CB8191-5751-0734-32F5-3E936727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2CBC66-767B-F8F7-CD39-6D105FF9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92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A60125-6526-3E7B-FB7B-571D43B8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4CE196-0952-01FE-5400-3840810B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73D5DC-80D9-3967-0B4D-8345E478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219BCC-15D2-D735-3106-5796992D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593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B29B97-0A0D-E146-C3C3-64AC5F3E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02296B-EF2F-E49A-1BDB-294F736A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C8A92-CD96-8E68-DBC5-A1378633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19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DEAA8-36B0-AAB2-12C0-73C98702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0C102-E615-9C3A-4714-B98272BF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67AED6-8306-3959-5664-3AE43FB39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EFCE9C-74B8-C7A4-50C5-F6A94D88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AC7BE3-5820-72EF-3FCA-66D8ACD15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924D6B-F758-B940-443C-3E730EA1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AE1-E3B3-2717-3D36-0B9C3DD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71BFA4-86EF-6204-C1C6-3E88A3E68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38ACF1-BA3B-A1E9-D85B-B814D2C03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CBE70E-9A07-9E5C-1097-75CB8275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1FAA65-8A86-5EB4-E210-2E042D72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64D8BC-C06B-637B-A5B1-798D5C9A3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24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C574C-E961-A938-81C3-65F2989F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5AFD00-9ECB-BE8D-0CD3-839B7E608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A212D-8366-BBF6-B6CE-CB64C5CF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487451-E767-3A43-45A9-3C3652DF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EF092C-1331-03E6-E62F-A1BB9336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188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80A89E-678B-702D-CB42-837C79B47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C631E5-B24A-FD40-4CA6-A024CE999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0B865A-2813-5599-C7AA-064E67AF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4CFF3-A2A6-4CC3-FD65-60448CE5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BAC29-E7ED-9C36-76BD-303300C3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44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29F91A-CDDB-D03D-AE7F-CDB23CEF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8924F2-5F5C-EE02-F2D2-0809AB313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7BC4F7-877E-7CDD-5E4E-A762F8EBE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6063C-FF2D-43BF-B83C-ED987BECB181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8AC7C2-3797-06D1-FD67-CD16CFA98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210CA1-D23B-1210-7A0D-21B2F2BFD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884F1-B22C-4DA0-AFE1-825F1C8824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72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BADB5A3F-8EE2-D117-5886-62AFA748AE4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72F4B46-23D3-226A-5468-BDCF1FED7F46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C53BA8F-C270-BB9D-E926-617663AB6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800" y="303255"/>
              <a:ext cx="4896465" cy="274102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E5A5CBC-A04C-E179-2505-1D0335564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127" y="303255"/>
              <a:ext cx="5018116" cy="2741024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EB85BD4-103D-2580-8920-289346F68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800" y="3227344"/>
              <a:ext cx="5334000" cy="327238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52E806D-1893-64E8-E646-4757F62E8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4528" y="3227344"/>
              <a:ext cx="4717715" cy="3272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2174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1</cp:revision>
  <dcterms:created xsi:type="dcterms:W3CDTF">2025-07-21T07:33:08Z</dcterms:created>
  <dcterms:modified xsi:type="dcterms:W3CDTF">2025-07-21T07:33:28Z</dcterms:modified>
</cp:coreProperties>
</file>