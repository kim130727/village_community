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4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24E97-DB70-0780-3184-EF2C4E84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90C513-B5A1-5BE6-BE04-EA1372E76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A9D792-76B6-C536-89CC-176E37063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94FD47-B716-9937-0DBF-F81CFB64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46DD9B-F570-4204-B287-30316A2CA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629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68947-B8C0-9455-AF09-38E20BBE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2382B-C779-AF1B-98FA-AE5208359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6BEE2D-4D25-B178-E4F2-2CA2CF884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BEEB5-A706-B5D1-5069-6BA172E7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9CDED2-0F14-0E5C-2BDD-DF9246887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26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737E8-9C9D-0C75-762D-7E65F1712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479FA-C1C2-17B6-C74E-96DB2039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8EFE37-57CD-6E02-9BCB-1F9F37EE6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488806-022D-867E-2BAF-7CA6C0E1C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957F85-F1F7-D538-4311-E9E93CDF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21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03A1A-3904-BAF6-E064-256D69A05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DEFB5-F3F5-E6B3-6536-0FDFAF82F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C90C91-BE71-2A76-CE55-36192CD6D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F16BF9-B0CF-0E30-E3D0-5DBF6DC6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AA2C4A-14A8-DCD1-7595-0E70C4181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29FCC2-0EB9-C694-CFB8-69C87527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620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BB4CA-CFA4-03F6-4511-BC8680F12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7DB1B3-888F-8FDD-8702-70EFB97CC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24053C-3672-0E67-EDDE-647E9534C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6C6095-84E5-2EAA-43B6-17960D91E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5DF3161-2658-EB0A-2EA2-F165ABE95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556374-FCFB-895F-DF07-85F02F677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1434A2-7595-DD02-C429-C152491F7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1857ED-5296-61DD-943A-8AC2180A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41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48E12-01A6-CF88-1E9A-6DBFD41F6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315653-5E89-D2A0-A1BA-4B8378800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AB6635-2B4A-4C08-1CC4-1E2055C4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47217F-101F-5D17-C269-27721B7E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76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6065E9-D665-B84E-4B5C-A2EDC300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7C8ACF-E9D5-7F6E-4BD9-8C14E219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530160-7C52-8D47-7EDC-323DD56A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48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0929E-4EED-4B54-BF86-4033F2477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78814-2244-CE65-1331-DE4DAFE24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762206-BD76-FCCB-A303-C6996AF52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5159E8-26AD-25F7-2C65-4CEC29843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A30872-627F-6C07-3750-0938C120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2CAAD0-10B5-B0AD-3DBF-9415A37C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64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A602DE-8587-0E51-C2D4-4A287937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D31705-F0FB-5A4A-F0C7-87A735F56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ABDCDA-6FDD-6DE7-41D3-FBF690B71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93283-BC02-212B-70A0-8785FC22D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F03456-3A46-FB17-C012-DAC6C06B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E95171-F8C4-00CB-19AF-770F5126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44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F478A-D84D-13EA-D039-6E1A1EAAD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D30159-76BC-762B-1C31-2C28EE29C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1CE095-3DED-A6B0-0575-5235E7809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14FA51-1731-1581-D861-1C1D0C426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EBFC39-1118-E7B5-F0C9-688E0438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00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234B19-DEC9-C058-067E-62C13E300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12B9FE-E37B-0CEE-9F91-18C5C7973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9EF3D9-2EC3-246C-CA47-331E538AE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783A11-3881-DA87-0F88-573C425A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940892-63C4-03E8-AB9B-0A863D34C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008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89288D-EB96-9FC0-D269-C7637B91E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DB18A-5ADB-F71B-BF37-EB4083B62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023395-A6BE-531F-B9E3-D32BDDACA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3FB0E-DD6D-4A01-A366-F64C09588F1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C37C50-092B-E6E3-076B-1B04ACB0C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E75FED-5C99-264D-F910-519BAF9E7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83C44-A8EC-48AE-BAF3-7AE4ECFDE8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70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AE8690A-5EED-A739-3A0B-87276EF5A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43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1</cp:revision>
  <dcterms:created xsi:type="dcterms:W3CDTF">2025-12-22T13:12:52Z</dcterms:created>
  <dcterms:modified xsi:type="dcterms:W3CDTF">2025-12-22T13:13:01Z</dcterms:modified>
</cp:coreProperties>
</file>