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5A797-7ADA-A8D5-2A29-EA0CA3788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52DA2-8EE5-D892-6925-97F088529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1526B6-53D2-FE0E-2F60-4DA836DD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F6ED6A-3A9B-344B-8B9E-CE8C271A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50381-9D7D-337B-CEE4-FCAE6E7E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06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69475-92F6-E5BB-DED7-5B3FB5DAC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779F1A-83B9-409B-03D4-D5AB16CC4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1E30F6-0F4F-89D1-D917-8D61B352C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13353B-6565-6C7E-11D2-96B56723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9E8DDC-3618-F357-DC17-048BE223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484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D012B-56A8-588B-C6B6-B77BA1F6F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ECD80A-4FA3-73F7-9DB7-4CF676E8F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78A19-1FDE-6DCA-F586-4FDEB7EA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B5D83E-0E41-2CA0-E9BD-447EBF79F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3E7964-9B91-2F9C-6007-B4B7CA12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60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F391E-8F8A-CD90-1EF1-33A72C49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9063CF-E791-56B2-B611-5797B19C3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E78A97-3358-CA38-F878-64D5C9348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DF13D3-E773-9432-2A64-D741F0D8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5B1792-5823-6B90-764B-5B4F83D48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DEDEA0-460E-5BA0-0971-5BD9F64BC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011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7E4AD-7BED-0A7A-6390-5A38434B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677788-11AD-20B6-28F2-6FEB3E158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DECC9A-88F5-71FC-19D5-00E801876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156613-978A-B5EB-5171-1B82F8F6C3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00E0D92-8784-B58C-AB61-B6F0ED400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6A0FE1-02D7-34AC-5182-4FEAC44D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06F69F-01BC-2628-DE6B-8E087EF9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689434-1596-920E-A213-166FCB3F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27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410B6-2079-E29F-2BE0-A1646568A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D3667E-1D74-4290-B162-8AEB3B9B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0B2E67-B626-F611-4B05-40AD56B4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409102-DE90-ACD5-E3C8-F4ECF95B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8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9FB578-565F-E024-D50D-52B9909E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AE4B99-9829-0ACA-04B9-E60DA10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C19AF-9C44-8688-5575-E6BF99DC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766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5FB60-BA55-9E3A-B450-7130CAE0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A7F7D2-D259-3665-D572-AD9691A5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72C2A3-EA86-A3D5-3348-581776B8D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001D2C-79B1-A5AE-F14F-BEEF2C4D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EB90E-DFBA-A4C3-9BEF-65F3DEF5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B47123-8148-0974-0ADC-9040EF6C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070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9C2259-E54D-B11F-1FD8-6317D012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2F3C376-7AB2-C8BA-0E50-E7A45A378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A6F022-B232-6974-F55B-6FCC5E1C0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DD510E-D383-D0F7-0E46-C99BE787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92742-364A-57FB-04E8-123D95376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EC278-97F2-9F7E-5580-B1052DDF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75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47597-59E1-E203-B6CB-70964A08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134F97-C7DB-F0A0-3A30-DE5A5459D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E3BBF-70AD-26D0-427B-621BFB24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F857C1-352D-63BE-286C-353221C2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50A803-A353-2F2F-BE7F-E50340B6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718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7393F8-1256-ADD0-F155-0BE6A6140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B46665-CC9C-9F1B-B472-4984DC9D9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7B0A5-DC03-21C4-6B1C-4B4FE835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5481B-6567-F01E-85E4-D085F7526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92D352-9476-458B-EFA9-BB56461E3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303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919A58-B0A5-D5AB-8511-3D94968F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40970A-40D4-857C-1715-44F9DB483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4E519D-FC02-EC86-B6F0-7F6721639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3F8B7-8CAD-4BAD-8DAA-181ABD266D81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5E8BD7-22F4-E1D0-A0DB-28740A80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E12170-7C01-9882-1618-7B265688D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86549-8E79-4862-B617-20FEDF585A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15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670A94-5E7D-B4EA-6449-C20D84FBA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866" y="441324"/>
            <a:ext cx="7967134" cy="59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04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1</cp:revision>
  <dcterms:created xsi:type="dcterms:W3CDTF">2025-10-21T12:54:17Z</dcterms:created>
  <dcterms:modified xsi:type="dcterms:W3CDTF">2025-10-21T12:54:17Z</dcterms:modified>
</cp:coreProperties>
</file>