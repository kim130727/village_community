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3A35B2-C775-C3AE-51A2-296362198B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5583383-F9B1-B459-F174-332AD89B67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F823CE-ED5C-ED86-916E-796F5ADBD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B5131-6EFC-4C20-9475-A62596324AF1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A572A3-423F-93B7-507F-FF434444E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AFF76C-38CA-6492-9632-675AB136C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15A5-CB56-44EE-9005-8F9826FDD2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9584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8B076F-576D-D88A-0032-84D956B1B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A10ECA-C2BE-7384-CCBC-B8C0B25C0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5FE090-8697-2EE8-72AF-16153456C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B5131-6EFC-4C20-9475-A62596324AF1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6EFAD4-B21F-F624-027A-03A42847E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4C24EF-AE45-DD94-974F-92818D191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15A5-CB56-44EE-9005-8F9826FDD2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7471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2E716D-D628-F54E-50EA-F01A4B55D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A4B4BE-528D-6595-61D0-C8CB7253A8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238982-129A-FB50-331F-71FD99102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B5131-6EFC-4C20-9475-A62596324AF1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F852C8-A5FC-CB13-21E5-DDD5FE575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7EB3A0-3A51-4358-5594-1EA5D8046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15A5-CB56-44EE-9005-8F9826FDD2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7173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407931-B478-307C-3B9B-93BAACF5D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44C078-87A3-4F2A-FD9E-374AB702C5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EAF287B-87D2-8481-3EC3-D1CF102441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A2ECCA-9A36-4101-4CEC-575CF87D1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B5131-6EFC-4C20-9475-A62596324AF1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75FDA82-8E3B-04A5-25B4-D1B2E7EC4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2F5D02-B4A6-4DC2-BB85-AD8286C8C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15A5-CB56-44EE-9005-8F9826FDD2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9651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24BD49-91F1-9890-E0DE-CF0FB488B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0F4966-3E78-AF16-A34E-2B1F0848AC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B268350-0F0C-2160-214F-B7A624825E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0F5108D-D4A0-AFBA-E35E-347BBFC758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69E18E3-49C3-4210-F011-9DF4688C67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9F6FB9C-620B-FF22-4AC6-34A162AF6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B5131-6EFC-4C20-9475-A62596324AF1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8C70187-542E-572B-4983-DF7183EA2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783AB6F-983B-748E-9CDB-CC444F2F1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15A5-CB56-44EE-9005-8F9826FDD2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5613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0A0A01-A16C-0261-F17A-0F4064C05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BC71BAB-DB8B-1382-ECB4-461C3AA8B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B5131-6EFC-4C20-9475-A62596324AF1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A5CF67E-4F0F-193F-1AAD-002AADD38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5C1165E-2847-0D5B-012E-446836200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15A5-CB56-44EE-9005-8F9826FDD2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708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4FE120D-A79F-FBC0-6CDA-FAC799D7B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B5131-6EFC-4C20-9475-A62596324AF1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414905E-DC34-7499-33E5-D3C8A534E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208111-7296-53B2-F8B7-07910372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15A5-CB56-44EE-9005-8F9826FDD2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4467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7FD6A1-37A5-B151-7DAE-4A49F834D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C00E52-3242-985C-65D3-BC08F4C62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D33647-B0B5-5947-4C15-142FC85CF8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5CCA7B6-E16B-264D-DC80-773111216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B5131-6EFC-4C20-9475-A62596324AF1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9C24A7-7FA5-1CE4-126A-086A5CFBE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78BD2F-8832-A849-50EA-81309CE30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15A5-CB56-44EE-9005-8F9826FDD2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1647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F6FF71-58AB-5D32-949D-5C94C5902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E599150-10D2-EA00-EF7B-A0A97721B1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0219CC2-1036-DBF9-CC7A-8D09866A1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BCAEB07-57C6-140D-842A-441EC3096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B5131-6EFC-4C20-9475-A62596324AF1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D4DF14-32A5-6C5F-88A6-BBE0CF384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2B1B84E-10B6-2FE0-7B1E-70C573C72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15A5-CB56-44EE-9005-8F9826FDD2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0072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6726B2-D7AC-18DF-09A8-848BEE63E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3A9A0F6-0CC0-CB59-C626-29BD80EF85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266984-6EB7-5A2D-00A2-2ACCFBDEF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B5131-6EFC-4C20-9475-A62596324AF1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8237B4-A699-AFF3-C4B1-955FDD9CD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B1DA76-9AD9-AA14-36A7-961CDF2E7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15A5-CB56-44EE-9005-8F9826FDD2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6310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C38EA8C-66BE-2FF5-96EE-F69C721F40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5AC0943-523F-4BD2-693D-C5939C8A6F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530A7D-1708-E822-D739-8002019CA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B5131-6EFC-4C20-9475-A62596324AF1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6124AB-B40B-125D-5F4F-9D54C7E69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2A2044-6981-4A95-D1B9-3538FDE41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15A5-CB56-44EE-9005-8F9826FDD2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288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97A0E5C-2341-E76E-ADC9-F0DADEE00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F1DCA7-89AC-40BD-095F-4370193D36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8DAACF-8245-25EB-56BF-3B5B0C76C9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0B5131-6EFC-4C20-9475-A62596324AF1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1E006E-FDD8-9762-ECB9-F5323B2121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3AFC25-718E-117C-39AF-6F1B8F39B0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115A5-CB56-44EE-9005-8F9826FDD2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8897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00683D6E-93EA-EE88-2533-0B266411FD2E}"/>
              </a:ext>
            </a:extLst>
          </p:cNvPr>
          <p:cNvGrpSpPr/>
          <p:nvPr/>
        </p:nvGrpSpPr>
        <p:grpSpPr>
          <a:xfrm>
            <a:off x="505326" y="0"/>
            <a:ext cx="10299032" cy="6858000"/>
            <a:chOff x="505326" y="0"/>
            <a:chExt cx="10299032" cy="6858000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9E6F08F5-1D01-B03B-32FB-C1E725E1F2A0}"/>
                </a:ext>
              </a:extLst>
            </p:cNvPr>
            <p:cNvSpPr/>
            <p:nvPr/>
          </p:nvSpPr>
          <p:spPr>
            <a:xfrm>
              <a:off x="505326" y="0"/>
              <a:ext cx="1029903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F1E59156-D393-8A83-8C2C-BE0B5D608E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3865142"/>
              <a:ext cx="3828716" cy="2871537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0568195-4660-FD09-C344-FDA92A4D57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92179" y="3858125"/>
              <a:ext cx="3847430" cy="2885572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9A4CE728-B710-D616-A2B1-CBA8EBE824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54847" y="328861"/>
              <a:ext cx="2496553" cy="3328737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F8B200CE-DC65-48F0-C638-E28C96DDC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00921" y="328861"/>
              <a:ext cx="2496552" cy="33287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56528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성환 김</dc:creator>
  <cp:lastModifiedBy>성환 김</cp:lastModifiedBy>
  <cp:revision>3</cp:revision>
  <dcterms:created xsi:type="dcterms:W3CDTF">2025-06-30T10:04:12Z</dcterms:created>
  <dcterms:modified xsi:type="dcterms:W3CDTF">2025-10-21T12:27:17Z</dcterms:modified>
</cp:coreProperties>
</file>