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E9F62-7404-2086-94EE-7EAD8550A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83106D-D2DF-C79F-1D1D-4A02673B8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9A945-2AA6-8EEB-04AC-F823797A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8C338E-DC36-AD0A-A314-C75F5F7A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77F0C-3736-7ABD-FD7E-FEFCE9F3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4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75BF9-80A1-115A-757B-70CD10C7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B9617-FE9B-91E2-331C-D098872B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6459E-CFD8-BEBD-71C6-0153F1FC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19B305-7C0E-A485-B9F4-5EEEDEB3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982FD-9B88-CA0F-DD00-88869446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80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62F37-B93F-A6A9-C5E5-83ABF185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C0E13E-1550-549A-3FFE-08988B9D1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8EDF9B-ED72-2381-A529-584D0452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E9C46-DC6F-3841-003A-6A161F79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91088-7C67-D4DE-B2E4-1463C3DA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8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BCFB5-59CB-5333-DC38-A028DECC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35ED7-CFFD-0E2D-E6D3-0CD09A9A0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5D3037-6DE3-7814-7BC8-FF5C28A37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EB88C-37EA-2999-BB48-92F205C8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AC0CD9-6CA8-08F6-E2C7-B94BBF4B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08A944-4DCB-0D7C-B548-83E00176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14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A942-CFFB-1A95-4C03-37B868A7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08EE1-63C3-6BB3-6849-42B6142C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28615F-D74A-A64E-5D1C-8D0C9AF35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0CC136-C1F7-8163-6F2C-C754D0939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0083A3-2D1F-CBA3-61A9-91969C2D0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10A32A-AFBF-5E5E-AF3A-5F79E69E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F2DEA6-AD08-259F-7253-004734C7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6F75F7-86DB-9420-DA75-BB705792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8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F90FB-643C-6265-4CF6-57EE9020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880A8E-34CB-510E-862C-C064147E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47DF8C-738D-D655-70E1-C20B14FE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9B66B0-0A7C-A003-C02F-D5A092FD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90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5E0A07-D98C-F5EC-35C5-87463FB9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1EEA54-FD2C-C110-FBCA-62295E6F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3F328-5500-CA87-B58C-49FB7A72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5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87648-C4D7-5992-3C6C-16BB669C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CF132-DF0E-A042-E082-7F931B42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C7D8E0-1FD3-B02D-2D02-3EC687042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AE499-B476-D354-4343-61734950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AED5FE-DBA1-5D73-C998-3428EE88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F0FA1B-C034-DBD1-E4AF-5F7244C6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10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134D4-EA6E-471C-42FE-D189DD75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6C004B-FDCE-0F9E-94CF-128793F43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45B05C-0ACE-22B4-313B-8CC283E5A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5855D5-020D-4D6A-C671-BC46FF72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BBCE15-2C7E-FD4E-4ED5-6052AF2C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480680-1DC1-090E-63EB-9391439A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59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442BB-F049-3674-7C83-F20D0915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DE1EFF-780A-D637-8166-9817D2FB9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9EE0B-7175-B2DF-24D6-2EE1ED5A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62559-645B-BB18-9183-FBF901E2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64DA25-5E33-9119-2289-345604AB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67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36952F-4377-DED7-65D4-390F3E15F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B089F1-C9DE-F4EC-62E8-A50F0174B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562637-3DCE-C5CE-A38A-43B27696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20DC0-6AD9-C769-DE68-39B9F8E3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4AA891-C7B5-F381-8EC1-31EB64E1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40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B63244-28F8-82FE-A630-F31D7F28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B203C9-5AB1-FA2C-8B01-B232ECFFB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74F6F-5B6A-B827-2BCD-C1CDA12B6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F0E60-A3F7-4A6E-B30E-A7F29C1516EB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A4AC1-8AB0-7F55-A67B-E82747DAD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5C7D45-D91B-447E-E8DE-ED1D4D607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82500-7F55-4FD8-B7C7-A1C0B290E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A69579-A5CF-9963-3E78-A3415008F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489" y="405652"/>
            <a:ext cx="4535021" cy="60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1</cp:revision>
  <dcterms:created xsi:type="dcterms:W3CDTF">2024-07-18T02:47:26Z</dcterms:created>
  <dcterms:modified xsi:type="dcterms:W3CDTF">2024-07-18T02:47:34Z</dcterms:modified>
</cp:coreProperties>
</file>