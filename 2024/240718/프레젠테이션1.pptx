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1E46A3-FCF3-78C6-18A5-FD6BDB1410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CA22244-003C-9597-5A2C-0F323D7AD1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2325E2-37D7-4788-086E-C9255CE56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8C898-D9D7-46DD-2CD3-82EF28200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33378D3-857C-2EEA-281C-E99FC5859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7121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BCDAE3-88E9-6AC2-962C-C7698A850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B3A640-013A-F4B9-CE09-300D3D0BB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97B1F4-094C-2CA0-E4C6-50CD8C2A1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9125B7-61A8-9877-C5AF-6BD4F556B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E0BA92-9D4D-AAEE-0EED-D0F09D024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978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EA77B9-17C4-9A5A-AEE9-FAD630B94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74D2C1B-94C2-C050-D32F-F0E3D842E2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C34BD7B-D6DC-2927-169F-B9446959D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E5E334-B067-C9AE-5025-61F803AF0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EAB86-6AA6-2038-2468-72CC125FA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77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B87DA-ADE0-2E41-4BAD-3B370859F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9C3E6-1AC4-1721-C14E-216974E03C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0CF74A4-0853-35F0-25BB-ECA1E1CFAA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B9C33F-934A-6440-B77D-0368D356F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B2DEC3-2DF0-B92F-B0A8-C7E0F2DA5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1253A0F-EB03-A355-1029-4FB44B03E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7517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7168D-5B6A-DD74-EC27-0A2EE10C2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2ABEDA-AFF6-0CA8-44A0-6FB356CC17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1CA607-51F7-DCF5-68E5-D4CDC483C7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904501-B6DD-27D6-0EC0-62BBA8E6C5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6F7BE7-8EEA-700C-1D4C-6681B9EE4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4435CD-CF2B-E885-5B9E-5E6C3939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9C0BE0-B4C0-B70A-7312-C3B919504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BC573AD-ACF9-7E89-CB4D-EE9BCA76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7659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A565DD-345F-32E3-1078-25DE2716F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FD69E6-3459-898F-5892-3E096E7EA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37B0058-A713-B89E-B553-5C18266B3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15912EB-B0B3-82AA-86CC-CD258E24F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370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027519D-51EE-3898-FF60-169CD187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2C63371-1508-AB05-323F-1B38115E2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23298A1-CE99-5182-533A-D9D748A9C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0879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FD32BB-2874-C25F-FA7F-9D302888E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8C237D-FB2D-BBEA-50C4-406C48A12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DDB0C8-C68D-6796-DAED-96744AD91B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6A6141-F6AF-2EA9-236C-76161257B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EF4405-8111-2438-B182-FFE5F6EE2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596AA8-C11C-0C3D-0FB8-9ED2D3F6C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9803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C0D31-4CE2-D8A2-AC5B-A4A9CFADF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C760D3-08FA-25A8-88B6-8F88854A77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0BC897-48E6-02BF-93D6-EB484C89C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B609B8E-04F6-DAA8-FFC1-52BD0F4A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C00620-9BE8-2EBF-1DC6-9E2DF09D9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A4F3247-F359-7F66-3194-03F39B9F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828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98F387-C174-A156-3091-FF94F009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21C46D3-39D3-D9F1-C77F-ED2BF4A4A3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5F2B56-105C-7A45-E076-92FBA4D5F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5B1DD6-803E-14B7-7577-C5E097E08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799967-6480-F02A-F48F-7AD5F7FF4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465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8BAE34-2527-3C01-E113-32F820CA6E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09433A-B1F8-1947-6144-8B50176FAE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FF9335-21E5-F535-302E-E45A4E3D8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A9A177-7B1B-8352-44F2-CB4E520A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A9AF7-D6A4-70F5-E0F7-0E7189459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136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11310E-898F-5304-9124-289670F19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37CDB9-48F7-C6B5-2207-FB03102655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A82611-5F9B-5EB8-6583-F84515950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F574FE-3058-435A-BB04-74A64422A4BD}" type="datetimeFigureOut">
              <a:rPr lang="ko-KR" altLang="en-US" smtClean="0"/>
              <a:t>2024-07-18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07D296-6B73-9B03-5965-4709463D9C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6D794F5-C029-FCDF-B329-7BC0E3173E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A460C-3C30-4BF2-B64B-F40F6E7FE05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02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5190CBBF-456A-7BBE-AF4D-DB7DBFB632D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AF2A4A-79B4-FD84-8270-DE01E21B9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636" y="369793"/>
            <a:ext cx="4586942" cy="344020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5EDAD65-988D-C418-468F-179FF2FF4D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5837" y="255645"/>
            <a:ext cx="5004469" cy="375157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1C91437-47A1-E7B2-79E8-7DBD9C2544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853" y="3173355"/>
            <a:ext cx="2571750" cy="3429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E563D46-0D6E-FC94-1112-9E9330FB2B5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60" y="3321273"/>
            <a:ext cx="4374776" cy="328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815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성환 김</dc:creator>
  <cp:lastModifiedBy>성환 김</cp:lastModifiedBy>
  <cp:revision>1</cp:revision>
  <dcterms:created xsi:type="dcterms:W3CDTF">2024-07-18T02:26:19Z</dcterms:created>
  <dcterms:modified xsi:type="dcterms:W3CDTF">2024-07-18T02:26:28Z</dcterms:modified>
</cp:coreProperties>
</file>