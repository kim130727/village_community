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723E6-C463-BE0F-771E-C5436A2B3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394509-1E83-E480-2249-4A1840A84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1985B-4F87-52DF-B955-5252171A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C901A-6F35-13A6-4FDF-A57A9DE0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52848-FEF2-939F-017C-06DB97E1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8C57C-5DEC-30A3-E2C8-E43976E9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CE8E3-E68E-0FDA-0759-7C55FBCA2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9C890-609D-F4FB-3B1F-E45C0E0A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0B7052-3096-2D0D-2F97-3CF7E53C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3F5468-AD97-EAF9-9892-F42D44C9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13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61785-21B5-13FC-5195-315B14341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58BA24-F2C1-A798-DD54-B73D22D62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6142BE-AB36-B2FB-61E3-BFD67DF1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2C4CB-7242-367A-5686-B8D0968A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D57128-A7EC-3B57-486C-35797227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29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35050-D432-53F0-6F41-FF27D3ED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9C100-8EB0-EE0E-15A7-16461AD05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E8AE1A-3305-5AF3-D0D8-A2AAAFE19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57CBD-4960-D124-C759-A7819D6E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808D51-E57E-C2C3-028B-2DE82E8A1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8B1FEE-F5C2-9E62-5643-F737AA31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41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01362-1A40-8B99-E1CC-9FF08AF3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CD7D3C-F410-0A1A-D12B-CE92142EA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E865DF-8A31-CB40-A2E4-2E8BDBD55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A4BF7E-6CC9-63CF-C045-7D4B9FFB5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16BE5D-AB4A-6296-0B71-9B0B721DD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B1DF07-78ED-8B95-D2EC-3886B5BC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A599EA-398B-739B-07E9-30B3DEBA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3DFDF8-E764-DCEC-B328-573C06F2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58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3359F-DCBB-BCC6-1CD2-3B933407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C6E160-8C9B-1357-8709-AA6372E9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1EE23E-B307-F88A-7C8A-FCC031BA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703C5-6195-B947-365B-CD638521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75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27DD62-D37B-6CA6-6891-DF2246F1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8FE8BA-BB4B-A8EB-5CBC-7860D250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86651-3CFC-76F4-BE03-081099F7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5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849DB-31CB-A27B-5326-691FEC74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81256-B27E-E0FC-F9F9-1F307719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ED0D6-A370-74CA-2B28-D6FEDBAAA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4FC381-E0F1-E214-D944-FA8920C3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1F337C-5285-4457-C1FA-93212406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1BEB77-E1FF-E8CC-5B6B-B0971412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44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F779-0E20-88E0-8CC7-89E1DDAF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83604-AA27-8D8A-805A-D87C37182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80D6F3-60FF-480D-D700-BFD749655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720FC-AD91-96E8-E255-1E6CE218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F40EAB-0BDA-B82F-CE20-5BEEB239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10EA32-DDDB-E048-CAD6-A8E31C6C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26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C8BBA-00E3-44F0-A959-B4B9F149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1C1638-1181-5EC3-BDAA-7FB222151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4E9E3-7014-5621-30DA-DECA9214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80E1D2-98C2-20C6-971F-A1247E1E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1543D-41A1-0B3C-D8AF-0A80BC25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96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8F814D-8928-81DF-DE84-515C6838E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5EDDA-5538-2142-71A4-E351331C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FC772-4DDC-6B35-A90A-FC87985C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ABC94-9321-702B-5D09-B23998A3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CE6B08-E1C9-DAC1-0E2D-5C414635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35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5C68D0-B2A0-15FF-67F3-9D235688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8A7108-EE7D-747C-39AC-91036A4F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CFC04-774D-D324-2F85-BD9DE0F9D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F711A-C9E4-47B9-898C-9D09099C30E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6115C0-7D5F-85CD-880E-EAD9A8BF2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C5238-7A89-6DDF-F586-26A16FCF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974DA-EFDB-4B9F-8210-953EDA7FB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5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A1FDB8-1BEE-DDA5-5A72-1BA3292F4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69202"/>
              </p:ext>
            </p:extLst>
          </p:nvPr>
        </p:nvGraphicFramePr>
        <p:xfrm>
          <a:off x="439510" y="806510"/>
          <a:ext cx="11608956" cy="595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4478">
                  <a:extLst>
                    <a:ext uri="{9D8B030D-6E8A-4147-A177-3AD203B41FA5}">
                      <a16:colId xmlns:a16="http://schemas.microsoft.com/office/drawing/2014/main" val="3927966265"/>
                    </a:ext>
                  </a:extLst>
                </a:gridCol>
                <a:gridCol w="5804478">
                  <a:extLst>
                    <a:ext uri="{9D8B030D-6E8A-4147-A177-3AD203B41FA5}">
                      <a16:colId xmlns:a16="http://schemas.microsoft.com/office/drawing/2014/main" val="299623159"/>
                    </a:ext>
                  </a:extLst>
                </a:gridCol>
              </a:tblGrid>
              <a:tr h="595181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51040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81B6F40C-A30A-0C92-519E-81899DAC2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6" y="4863376"/>
            <a:ext cx="3302811" cy="18749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C0C064-C2CF-2587-69A2-E7B0A707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892" y="4592090"/>
            <a:ext cx="3112852" cy="17602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8C18F1F-DE82-F770-7538-80308BC04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618" y="4704195"/>
            <a:ext cx="1144245" cy="15240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B712459-B872-037A-85B2-D9677249B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47" y="5520267"/>
            <a:ext cx="1501511" cy="11714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DF5F949-F55A-1BA8-B7E4-72ECF007D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7" y="1575881"/>
            <a:ext cx="4973551" cy="28010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041C8A-1C8F-3AAD-5262-CE0D05B34DF2}"/>
              </a:ext>
            </a:extLst>
          </p:cNvPr>
          <p:cNvSpPr txBox="1"/>
          <p:nvPr/>
        </p:nvSpPr>
        <p:spPr>
          <a:xfrm>
            <a:off x="3438115" y="119643"/>
            <a:ext cx="6032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/>
              <a:t>온쉼공동체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대전 유성구 </a:t>
            </a:r>
            <a:r>
              <a:rPr lang="ko-KR" altLang="en-US" sz="2800" b="1" dirty="0" err="1"/>
              <a:t>학산로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59)</a:t>
            </a:r>
            <a:endParaRPr lang="ko-KR" altLang="en-US" sz="28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F9AD49F-6A7C-FB30-B331-BC98F40BD6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26" y="4718348"/>
            <a:ext cx="1406237" cy="187498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3DF34A4-06C4-1B9B-3F40-19AEEEC4BD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980" y="1552005"/>
            <a:ext cx="4305206" cy="287013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BF1302E-F015-4FE4-28FC-DD37DC67E6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894" y="4704195"/>
            <a:ext cx="2067080" cy="13780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3489DE-0BE1-160E-B277-3B58667341E0}"/>
              </a:ext>
            </a:extLst>
          </p:cNvPr>
          <p:cNvSpPr txBox="1"/>
          <p:nvPr/>
        </p:nvSpPr>
        <p:spPr>
          <a:xfrm>
            <a:off x="1591733" y="969864"/>
            <a:ext cx="315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공동체 위치 및 구성원들</a:t>
            </a:r>
            <a:r>
              <a:rPr lang="en-US" altLang="ko-KR" sz="2000" b="1" dirty="0"/>
              <a:t>*</a:t>
            </a:r>
            <a:endParaRPr lang="ko-KR" alt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D1E7F-8D57-9EA6-741C-CA60CEAAE23A}"/>
              </a:ext>
            </a:extLst>
          </p:cNvPr>
          <p:cNvSpPr txBox="1"/>
          <p:nvPr/>
        </p:nvSpPr>
        <p:spPr>
          <a:xfrm>
            <a:off x="8258266" y="979203"/>
            <a:ext cx="1977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카페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4C5B05-BCFD-E18E-493B-D78DB0831E43}"/>
              </a:ext>
            </a:extLst>
          </p:cNvPr>
          <p:cNvSpPr txBox="1"/>
          <p:nvPr/>
        </p:nvSpPr>
        <p:spPr>
          <a:xfrm>
            <a:off x="1709054" y="1342123"/>
            <a:ext cx="34581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* </a:t>
            </a:r>
            <a:r>
              <a:rPr lang="ko-KR" altLang="en-US" sz="900" b="1" dirty="0"/>
              <a:t>교육담당자 포함 </a:t>
            </a:r>
            <a:r>
              <a:rPr lang="en-US" altLang="ko-KR" sz="900" b="1" dirty="0"/>
              <a:t>: </a:t>
            </a:r>
            <a:r>
              <a:rPr lang="ko-KR" altLang="en-US" sz="900" b="1" dirty="0"/>
              <a:t>해당분야 은퇴자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경찰관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미술선생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요리사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886704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성환 김</dc:creator>
  <cp:lastModifiedBy>성환 김</cp:lastModifiedBy>
  <cp:revision>3</cp:revision>
  <dcterms:created xsi:type="dcterms:W3CDTF">2024-03-10T21:12:48Z</dcterms:created>
  <dcterms:modified xsi:type="dcterms:W3CDTF">2024-03-15T02:50:48Z</dcterms:modified>
</cp:coreProperties>
</file>