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A4420-96F4-E803-63CE-8A66A8C08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B76269-F88A-3016-20E6-D929520A8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654D24-0B76-7496-AC9F-7E0683D64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336E88-6882-2B19-C574-C9F79871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47B87-836C-83EC-2CFA-86EA04BAA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72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EFBC6-4963-D9AE-05D5-42162D89F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7D151E-A972-88E4-BA69-8EAD4F09A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DD3FB-C019-DAE8-8E7C-012DE2E0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E3C53-61D1-450E-9883-E2FE721DD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20166B-D73E-2387-746E-4515DD37E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668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4B32A-E8A9-4173-A926-0717C2E62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A527C1-3F75-AA2B-452B-CA480C5B3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F9E28B-7E52-545D-C1E8-14B3715AA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58AF7B-61D6-1C1E-B5CD-226D7C1F5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8FFD20-A072-1C66-8EE1-11A51E27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05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41D53-5400-749D-080A-3757CE829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967C4F-5932-0B46-8C52-CF405EFAFF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9397F7-BDDD-C3BC-B1D5-DA1E9CFC6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740FBE-D359-03E9-F0AF-1F726362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A6B520-154A-0863-8CB8-2B6F2F3F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05873C-35B9-EC6E-D473-06E4CD47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35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69488B-EEC0-2DAC-D422-AD329B691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85CED8-BD27-8D58-0C25-146A0A394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B65862-23C2-7A5F-72C9-1D4EB3835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67322C-C985-AE86-1100-E16513C19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81873AC-A25E-20BB-1629-CBE110251D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66CCAB-AFC2-2CD4-5EC9-314DC5D08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BF99BC6-7683-7564-EE60-29045952C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B528E7D-D3F3-29F3-B116-8CB0B6844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116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CC227-D831-9571-E7B5-7C003F145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FB2FAD-7E0A-428C-B452-70B0BA5D7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6A6932-A9D6-9D09-EA2C-EC3CBDCA4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9B0F73-F83F-2E16-FEB8-AA0233BDB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448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4FF2DE6-B7C0-CFCD-31D3-041D5E133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E929B55-2E91-577F-5295-17BBFB40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4833B1-AD3D-A340-452E-C4AD621E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10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B9F7-EC7C-F226-DEC8-8D9C76916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9506DE-747F-A710-903F-9388AC548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AF28B3-25FD-5AF6-58DF-40A1FB0C3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D84A3C-3C09-12F8-7209-E860D0FC1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774033-4CB7-9D57-F243-AD853094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E95AE9-C37A-6D1C-E1D7-3220BF76A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094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EA6ED-8BB5-A5F7-7A9F-5E3790E0E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5D880B9-291B-1B35-C856-E387C528B5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19DD84-81DA-746B-D9FB-E59BA6C2D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9CE0A7-287D-B44F-48CF-E5E52B251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E18A12-04E3-592C-58B6-5ECC6B919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AF3A54-18BC-A55B-D7A9-6B3A16518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130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4F1BF-BE85-FDAC-083A-3E491A09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7BC433-E095-A803-FFEC-D0438FA52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76F1ED-405D-23AD-DC63-E44C0B5B9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2ADD-E38E-1DDF-AFA0-C4E3CC9C8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B323C8-44E6-8F8F-1B49-979E0D936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738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C719F2-88BA-4F21-6393-BC4197618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58E415-1B5A-D5BC-5FF1-6E33ED56C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FA53ED-C0F0-4D6C-BB9B-920CACEA1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FD7E2D-886F-D18B-F52B-8A3A5134E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FDD566-8024-56B8-14EB-B7DE14C2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522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C02E7B-74BF-3AE7-436B-F60E282E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A0EC75-E01F-BAD0-5704-1E69C40AF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98B5F3-E355-E9DA-0255-13C4FA891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FC87C-689D-4988-949F-0706220DF148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C75BCC-1298-BE86-568B-2CAEC69B7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66E386-36EF-FF74-F33D-8B282F3C9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101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FCC87B21-2F12-8B12-D79F-D77E51E533C1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7AD9826-6B2B-84DA-F8AC-5E6C8E95F8F5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DB5D0C3-E679-B605-BAB3-6A8B3988D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013" y="309562"/>
              <a:ext cx="5254770" cy="2919317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9BE3566-159B-403B-55AA-D15887C5F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6219" y="334732"/>
              <a:ext cx="5138856" cy="2894147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1FE4E6F-802B-415D-F84A-D1A19E867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6219" y="3510355"/>
              <a:ext cx="5204158" cy="2983894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D9792B59-423E-2024-A3A5-51FB84BD2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013" y="3538441"/>
              <a:ext cx="5254770" cy="295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853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성환 김</dc:creator>
  <cp:lastModifiedBy>성환 김</cp:lastModifiedBy>
  <cp:revision>6</cp:revision>
  <dcterms:created xsi:type="dcterms:W3CDTF">2024-07-29T23:57:00Z</dcterms:created>
  <dcterms:modified xsi:type="dcterms:W3CDTF">2024-08-15T11:38:29Z</dcterms:modified>
</cp:coreProperties>
</file>