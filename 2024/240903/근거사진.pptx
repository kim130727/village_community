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2" d="100"/>
          <a:sy n="42" d="100"/>
        </p:scale>
        <p:origin x="48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A4420-96F4-E803-63CE-8A66A8C08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B76269-F88A-3016-20E6-D929520A8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654D24-0B76-7496-AC9F-7E0683D64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36E88-6882-2B19-C574-C9F79871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47B87-836C-83EC-2CFA-86EA04BA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72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EFBC6-4963-D9AE-05D5-42162D89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7D151E-A972-88E4-BA69-8EAD4F09A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DD3FB-C019-DAE8-8E7C-012DE2E0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E3C53-61D1-450E-9883-E2FE721D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20166B-D73E-2387-746E-4515DD37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66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4B32A-E8A9-4173-A926-0717C2E6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A527C1-3F75-AA2B-452B-CA480C5B3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F9E28B-7E52-545D-C1E8-14B3715A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58AF7B-61D6-1C1E-B5CD-226D7C1F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8FFD20-A072-1C66-8EE1-11A51E27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05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41D53-5400-749D-080A-3757CE82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967C4F-5932-0B46-8C52-CF405EFAF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397F7-BDDD-C3BC-B1D5-DA1E9CFC6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740FBE-D359-03E9-F0AF-1F726362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A6B520-154A-0863-8CB8-2B6F2F3F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5873C-35B9-EC6E-D473-06E4CD47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35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9488B-EEC0-2DAC-D422-AD329B69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85CED8-BD27-8D58-0C25-146A0A394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B65862-23C2-7A5F-72C9-1D4EB3835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67322C-C985-AE86-1100-E16513C19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1873AC-A25E-20BB-1629-CBE110251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66CCAB-AFC2-2CD4-5EC9-314DC5D0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F99BC6-7683-7564-EE60-29045952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528E7D-D3F3-29F3-B116-8CB0B684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1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CC227-D831-9571-E7B5-7C003F14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FB2FAD-7E0A-428C-B452-70B0BA5D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6A6932-A9D6-9D09-EA2C-EC3CBDCA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9B0F73-F83F-2E16-FEB8-AA0233BD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4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FF2DE6-B7C0-CFCD-31D3-041D5E13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929B55-2E91-577F-5295-17BBFB40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4833B1-AD3D-A340-452E-C4AD621E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10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B9F7-EC7C-F226-DEC8-8D9C76916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506DE-747F-A710-903F-9388AC548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AF28B3-25FD-5AF6-58DF-40A1FB0C3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84A3C-3C09-12F8-7209-E860D0FC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774033-4CB7-9D57-F243-AD853094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95AE9-C37A-6D1C-E1D7-3220BF76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9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EA6ED-8BB5-A5F7-7A9F-5E3790E0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D880B9-291B-1B35-C856-E387C528B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19DD84-81DA-746B-D9FB-E59BA6C2D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9CE0A7-287D-B44F-48CF-E5E52B25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E18A12-04E3-592C-58B6-5ECC6B91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AF3A54-18BC-A55B-D7A9-6B3A1651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13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4F1BF-BE85-FDAC-083A-3E491A09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7BC433-E095-A803-FFEC-D0438FA52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6F1ED-405D-23AD-DC63-E44C0B5B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2ADD-E38E-1DDF-AFA0-C4E3CC9C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B323C8-44E6-8F8F-1B49-979E0D93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73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C719F2-88BA-4F21-6393-BC4197618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58E415-1B5A-D5BC-5FF1-6E33ED56C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A53ED-C0F0-4D6C-BB9B-920CACEA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FD7E2D-886F-D18B-F52B-8A3A5134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FDD566-8024-56B8-14EB-B7DE14C2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52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C02E7B-74BF-3AE7-436B-F60E282E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A0EC75-E01F-BAD0-5704-1E69C40AF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8B5F3-E355-E9DA-0255-13C4FA891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FC87C-689D-4988-949F-0706220DF148}" type="datetimeFigureOut">
              <a:rPr lang="ko-KR" altLang="en-US" smtClean="0"/>
              <a:t>2024-09-03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75BCC-1298-BE86-568B-2CAEC69B7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6E386-36EF-FF74-F33D-8B282F3C9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10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E949A128-D8FA-DBEE-31F0-2FE35F3A463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7AD9826-6B2B-84DA-F8AC-5E6C8E95F8F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6FCE077-6284-1935-282D-DDA2FFCC2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919" y="190325"/>
              <a:ext cx="4318233" cy="32386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18C1CED-7FC0-21D1-7248-69C22725A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0848" y="191091"/>
              <a:ext cx="4318233" cy="323790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6220F5D-74FC-4970-1D46-E24620298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919" y="3620858"/>
              <a:ext cx="4572000" cy="304681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E6F21C1-F753-B246-51B3-8D4D2A678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0849" y="3626121"/>
              <a:ext cx="4318232" cy="30542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85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7</cp:revision>
  <dcterms:created xsi:type="dcterms:W3CDTF">2024-07-29T23:57:00Z</dcterms:created>
  <dcterms:modified xsi:type="dcterms:W3CDTF">2024-09-03T12:50:47Z</dcterms:modified>
</cp:coreProperties>
</file>